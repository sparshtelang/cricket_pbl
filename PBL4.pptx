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3FBB-560F-E0C9-EB25-EA218ED15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CAD132-1300-664A-E3F3-07BA3E4A3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F0DD7-320D-14D2-225E-AB0B75808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61FC-22E7-4F9E-8C70-C0A0C39C57E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169AE-26D2-9B1F-DD6A-43FB2440C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B80C-1B66-FEF4-519D-AFA24666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93FBD-D024-49CF-89BB-86BDA9C33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02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24994-BACA-133B-0C03-23536B87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10215-4666-B128-9D18-6C1987D9F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55C2F-DD7D-F08D-4080-3DFAF6999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61FC-22E7-4F9E-8C70-C0A0C39C57E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DB242-0686-635A-B908-76F1B454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B12C0-DF02-5B7A-6CED-FEDED063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93FBD-D024-49CF-89BB-86BDA9C33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81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687E4-9F8A-B073-8F50-0388D1697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EB153-E18D-A919-1090-847FE43C8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C38F6-59BF-13B0-F440-35F51CCB7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61FC-22E7-4F9E-8C70-C0A0C39C57E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00E50-15E5-066D-4E88-3448E464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2A5CA-D499-E6C5-4295-7050EF80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93FBD-D024-49CF-89BB-86BDA9C33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73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AF47-E18B-3EAD-AA0F-FAE5C2DBD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D848D-1CE2-B7A4-4044-48BC8F1D4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D4516-F433-C057-58BB-57B01C6D2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1D44C-DA1A-5DE8-B924-0A7CA0F0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61FC-22E7-4F9E-8C70-C0A0C39C57E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55BBE-96F1-1033-B543-731018E3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5EC42-AF94-0C20-B2D2-C1E42F75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93FBD-D024-49CF-89BB-86BDA9C33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515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8E579-0F68-9626-7BF3-A917859B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6A365-6D8C-7661-6205-0F59751D9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221BC-5106-583A-C915-C66030B0B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68CD4-70BF-F4A1-9792-9AB7BE4D9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8608F-C553-D0E6-5B8C-0A42550C7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853BD4-5414-C517-FA00-930C4FA7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61FC-22E7-4F9E-8C70-C0A0C39C57E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C5BAC-3D03-4BC8-A56F-AAC8A473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91E96-4706-2E80-B883-B0F73632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93FBD-D024-49CF-89BB-86BDA9C33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2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B6C3-DA5A-86FB-F16A-BD9DA7DC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76FC9-E680-7943-DB93-A951D611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61FC-22E7-4F9E-8C70-C0A0C39C57E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C694-B29C-461E-38C5-700412BC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B4A69-3515-E9D5-DC4C-4E9404FA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93FBD-D024-49CF-89BB-86BDA9C33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236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C7D129-17D3-734A-9DBC-D2E5D116C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61FC-22E7-4F9E-8C70-C0A0C39C57E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CC525-CD67-BD0B-EC50-7E7ACBD3B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A786D-4476-3CF0-546D-66DF46624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93FBD-D024-49CF-89BB-86BDA9C33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92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77622-CD0C-FFE0-FC27-36D2BCB3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BFDD5-A264-0A2B-3496-D5E80D5E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F6A04-3193-F7D9-FC75-E87AA553F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E7A05-B2DD-03AF-A42F-955B4B2A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61FC-22E7-4F9E-8C70-C0A0C39C57E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5950E-D8F0-CF3B-8CD1-317F23DB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35DA1-E625-8668-DFA3-FB42143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93FBD-D024-49CF-89BB-86BDA9C33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91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D3853-BEFC-AD8F-9073-AB025F16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C31F4-277A-5825-DC69-969DE37B82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016D1-FD37-3B88-6FFA-AAC23F0A0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8F19A-1923-B4DB-A8BE-35297487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61FC-22E7-4F9E-8C70-C0A0C39C57E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92686-C5F7-E30A-200A-8797F45A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0B5C6-6CCB-9C21-E5CE-453F9BD2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93FBD-D024-49CF-89BB-86BDA9C33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259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8C419-62D1-3E0B-D6AF-86DFED65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DF1AC-B5BC-FAFD-C49F-7319AB607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D2EE0-022C-EABE-3FD6-BFAEB2B4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61FC-22E7-4F9E-8C70-C0A0C39C57E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8D393-36A2-CBEF-A54D-87202D8A1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DD0D6-AB10-7928-AFA3-1F9A630A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93FBD-D024-49CF-89BB-86BDA9C33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3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61442-2743-2927-72E3-40C38AFD9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4722B-2C08-685C-9808-56F6D59C1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A581C-42FD-529C-88B9-652C7E0D7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61FC-22E7-4F9E-8C70-C0A0C39C57E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F1232-F84A-C9BD-D3E6-8F81C84C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8F4CE-687B-F840-290B-AF8BFFFF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93FBD-D024-49CF-89BB-86BDA9C33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4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C690E-4D62-D33F-2205-A5EE77FBB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F4DDA-B993-D26F-CD08-AC51EDBA3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B7FF1-0A13-5B6A-1B41-274C05D60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AC61FC-22E7-4F9E-8C70-C0A0C39C57E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7D230-B5C3-1337-D9AC-B5BB17540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252D1-911F-48C5-7125-ADC6E89EB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093FBD-D024-49CF-89BB-86BDA9C33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123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CB9FE-DFE0-7038-0182-E2423F1F4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2643"/>
            <a:ext cx="11277600" cy="41727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874822-7292-3CA8-8941-4757BF90B11F}"/>
              </a:ext>
            </a:extLst>
          </p:cNvPr>
          <p:cNvSpPr txBox="1"/>
          <p:nvPr/>
        </p:nvSpPr>
        <p:spPr>
          <a:xfrm>
            <a:off x="10564761" y="5123048"/>
            <a:ext cx="1170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Sparsh Telang</a:t>
            </a:r>
            <a:endParaRPr lang="en-IN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6C8799-3196-A2A0-1558-A028576956A8}"/>
              </a:ext>
            </a:extLst>
          </p:cNvPr>
          <p:cNvSpPr txBox="1"/>
          <p:nvPr/>
        </p:nvSpPr>
        <p:spPr>
          <a:xfrm>
            <a:off x="4727593" y="5123047"/>
            <a:ext cx="18403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Mentor: Dr. Vaishali Chauhan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04688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493336-C211-EE1F-ECFF-D30980CBA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07" y="457200"/>
            <a:ext cx="1024758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90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2DFE64-9773-70E5-5CB3-20D2D3BD7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348" y="457200"/>
            <a:ext cx="917930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7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85151A-E135-2466-6077-06B26A98E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94182"/>
            <a:ext cx="11277600" cy="546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64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CF2936-E15F-A26D-780C-BDD69DBF1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53" y="457200"/>
            <a:ext cx="1033669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78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366081-B7CE-E883-4351-09B885109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478" y="457200"/>
            <a:ext cx="887104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2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6B992D-7E19-7492-C3BE-6F1726A99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6741"/>
            <a:ext cx="11277600" cy="414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52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DDEAD4-6A54-1A15-F550-DB078FB01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4667"/>
            <a:ext cx="11277600" cy="532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3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D8D152-9A1B-2419-6E44-01A516D2A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17092"/>
            <a:ext cx="11277600" cy="462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22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</Words>
  <Application>Microsoft Office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[BTECH-005-2023-24] Sparsh Telang</dc:creator>
  <cp:lastModifiedBy>[BTECH-005-2023-24] Sparsh Telang</cp:lastModifiedBy>
  <cp:revision>2</cp:revision>
  <dcterms:created xsi:type="dcterms:W3CDTF">2026-02-15T07:22:33Z</dcterms:created>
  <dcterms:modified xsi:type="dcterms:W3CDTF">2026-04-14T04:21:05Z</dcterms:modified>
</cp:coreProperties>
</file>